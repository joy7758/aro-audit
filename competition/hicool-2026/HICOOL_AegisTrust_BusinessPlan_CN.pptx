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AegisTrust 项目计划书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评委问题：这是什么？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01/12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一句话：让AI关键操作可验证、可追责、可合规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定位：面向高权限AI/Agent的执行与审计能力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赛道：人工智能/软件和信息服务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痛点：为什么现在必须做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评委问题：痛在哪里？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AI已开始替人做关键操作，风险前移到生产现场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出事后常证明不了是否按规则执行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日志可改、责任难定、合规成本持续上升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解决方案：三步法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评委问题：你怎么做？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03/12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上线前检查边界，执行中生成收据，事后独立验证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06240"/>
            <a:ext cx="32004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40AF"/>
                </a:solidFill>
                <a:latin typeface="PingFang SC"/>
              </a:rPr>
              <a:t>1 上线前
边界门禁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206240"/>
            <a:ext cx="32004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40AF"/>
                </a:solidFill>
                <a:latin typeface="PingFang SC"/>
              </a:rPr>
              <a:t>2 执行中
动作收据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06240"/>
            <a:ext cx="32004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1E40AF"/>
                </a:solidFill>
                <a:latin typeface="PingFang SC"/>
              </a:rPr>
              <a:t>3 事后
独立验证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754880"/>
            <a:ext cx="41148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0" y="4754880"/>
            <a:ext cx="41148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核心差异：记录不等于证据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评委问题：凭什么不一样？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04/12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我们输出的是可独立复核证据，不是普通日志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743200"/>
          <a:ext cx="10607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38912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F172A"/>
                          </a:solidFill>
                          <a:latin typeface="PingFang SC"/>
                        </a:rPr>
                        <a:t>维度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F172A"/>
                          </a:solidFill>
                          <a:latin typeface="PingFang SC"/>
                        </a:rPr>
                        <a:t>传统日志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F172A"/>
                          </a:solidFill>
                          <a:latin typeface="PingFang SC"/>
                        </a:rPr>
                        <a:t>AegisTrust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核心目标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记录发生过什么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形成第三方可复核证据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篡改后果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较难被及时发现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链式校验可快速发现异常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事故追责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靠经验还原过程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F172A"/>
                          </a:solidFill>
                          <a:latin typeface="PingFang SC"/>
                        </a:rPr>
                        <a:t>可定位操作、时间与签名责任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产品如何用：企业一天内能跑起来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评委问题：谁用、何时触发、输出什么？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05/12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谁用：IT运维、财务、法务、合规风控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何时触发：发布前、关键动作执行时、事后抽查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输出物：边界检查结果、动作收据、独立验证报告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进展与证据：不是口头承诺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评委问题：现在做到哪了？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06/12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已有 18 个仓库接入并稳定运行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核心三仓库最新状态均可公开复核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证据快照与更新脚本已形成固定机制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目标客户：先解决高风险场景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评委问题：卖给谁？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07/12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中大型企业：IT运维、财务、法务、合规风控部门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平台型AI产品交付方：需要对B端给出可信证明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优先切入：高权限动作密集、审计压力高的团队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商业模式：收费层级清晰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评委问题：怎么收费？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08/12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基础层：开源能力与标准文档（降低导入门槛）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收费层：授权部署、托管验证、策略模板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增值层：培训认证、实施服务、年度支持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331720"/>
            <a:ext cx="4206240" cy="960120"/>
          </a:xfrm>
          <a:prstGeom prst="roundRect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3A8A"/>
                </a:solidFill>
                <a:latin typeface="PingFang SC"/>
              </a:rPr>
              <a:t>增值层：培训认证 / 实施服务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447288"/>
            <a:ext cx="4206240" cy="960120"/>
          </a:xfrm>
          <a:prstGeom prst="roundRect">
            <a:avLst/>
          </a:prstGeom>
          <a:solidFill>
            <a:srgbClr val="BFDB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3A8A"/>
                </a:solidFill>
                <a:latin typeface="PingFang SC"/>
              </a:rPr>
              <a:t>收费层：授权部署 / 托管验证 / 策略模板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562856"/>
            <a:ext cx="4206240" cy="960120"/>
          </a:xfrm>
          <a:prstGeom prst="roundRect">
            <a:avLst/>
          </a:prstGeom>
          <a:solidFill>
            <a:srgbClr val="93C5F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3A8A"/>
                </a:solidFill>
                <a:latin typeface="PingFang SC"/>
              </a:rPr>
              <a:t>基础层：开源能力与标准文档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里程碑：现在→8周→12个月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评委问题：下一步是什么？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09/12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现在：已有公开证据、可运行演示和统一材料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8周：完成2-3个试点或LOI，冻结提交版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12个月：形成行业模板并稳定交付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800600"/>
            <a:ext cx="8869680" cy="3657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470916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886200"/>
            <a:ext cx="292608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1E40AF"/>
                </a:solidFill>
                <a:latin typeface="PingFang SC"/>
              </a:rPr>
              <a:t>现在</a:t>
            </a:r>
          </a:p>
          <a:p>
            <a:pPr algn="ctr"/>
            <a:r>
              <a:rPr sz="1400">
                <a:solidFill>
                  <a:srgbClr val="1E293B"/>
                </a:solidFill>
                <a:latin typeface="PingFang SC"/>
              </a:rPr>
              <a:t>已有公开证据与可演示流程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470916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3886200"/>
            <a:ext cx="292608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1E40AF"/>
                </a:solidFill>
                <a:latin typeface="PingFang SC"/>
              </a:rPr>
              <a:t>8周</a:t>
            </a:r>
          </a:p>
          <a:p>
            <a:pPr algn="ctr"/>
            <a:r>
              <a:rPr sz="1400">
                <a:solidFill>
                  <a:srgbClr val="1E293B"/>
                </a:solidFill>
                <a:latin typeface="PingFang SC"/>
              </a:rPr>
              <a:t>完成2-3个试点/LOI并冻结提交版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470916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3886200"/>
            <a:ext cx="292608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1E40AF"/>
                </a:solidFill>
                <a:latin typeface="PingFang SC"/>
              </a:rPr>
              <a:t>12个月</a:t>
            </a:r>
          </a:p>
          <a:p>
            <a:pPr algn="ctr"/>
            <a:r>
              <a:rPr sz="1400">
                <a:solidFill>
                  <a:srgbClr val="1E293B"/>
                </a:solidFill>
                <a:latin typeface="PingFang SC"/>
              </a:rPr>
              <a:t>行业模板化与稳定交付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北京落地：只写可执行动作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评委问题：在北京怎么落？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10/12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落地试点：对接北京企业高风险AI流程场景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生态合作：产业园区+高校联合验证与共建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培训认证：建立本地化课程与实施能力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团队与国际交流事实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评委问题：团队是否可信？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11/12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核心能力：协议设计、工程实现、独立复核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国际交流事实：获FDO 2026海报报告官方邀请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200">
                <a:solidFill>
                  <a:srgbClr val="1E293B"/>
                </a:solidFill>
                <a:latin typeface="PingFang SC"/>
              </a:defRPr>
            </a:pPr>
            <a:r>
              <a:t>• 邀请函题目：The Digital Biosphere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"/>
            <a:ext cx="1920240" cy="192024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PingFang SC"/>
              </a:rPr>
              <a:t>资源诉求：希望大赛帮助我们加速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2563EB"/>
                </a:solidFill>
                <a:latin typeface="PingFang SC"/>
              </a:rPr>
              <a:t>评委问题：你需要什么支持？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55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PingFang SC"/>
              </a:rPr>
              <a:t>12/12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对接2-3个真实试点场景，验证业务价值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匹配产业导师与合作窗口，缩短落地周期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2500">
                <a:solidFill>
                  <a:srgbClr val="1E293B"/>
                </a:solidFill>
                <a:latin typeface="PingFang SC"/>
              </a:defRPr>
            </a:pPr>
            <a:r>
              <a:t>• 早期资金支持：研发打磨与试点交付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